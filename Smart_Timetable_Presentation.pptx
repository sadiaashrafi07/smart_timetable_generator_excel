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</c:v>
                </c:pt>
                <c:pt idx="1">
                  <c:v>CSE</c:v>
                </c:pt>
                <c:pt idx="2">
                  <c:v>ECE</c:v>
                </c:pt>
                <c:pt idx="3">
                  <c:v>EE</c:v>
                </c:pt>
                <c:pt idx="4">
                  <c:v>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</c:v>
                </c:pt>
                <c:pt idx="1">
                  <c:v>201</c:v>
                </c:pt>
                <c:pt idx="2">
                  <c:v>178</c:v>
                </c:pt>
                <c:pt idx="3">
                  <c:v>189</c:v>
                </c:pt>
                <c:pt idx="4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F1-43B5-9EA4-A53D928E11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Teachers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FE-4872-ADC3-AF579E5981B0}"/>
              </c:ext>
            </c:extLst>
          </c:dPt>
          <c:dPt>
            <c:idx val="1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FE-4872-ADC3-AF579E5981B0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FE-4872-ADC3-AF579E5981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FE-4872-ADC3-AF579E5981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FE-4872-ADC3-AF579E5981B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8FE-4872-ADC3-AF579E5981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Balanced</c:v>
                </c:pt>
                <c:pt idx="1">
                  <c:v>Overloaded</c:v>
                </c:pt>
                <c:pt idx="2">
                  <c:v>Underloaded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FE-4872-ADC3-AF579E598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2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9098280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6" name="Shape 4"/>
          <p:cNvSpPr/>
          <p:nvPr/>
        </p:nvSpPr>
        <p:spPr>
          <a:xfrm>
            <a:off x="9098280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7" name="Shape 5"/>
          <p:cNvSpPr/>
          <p:nvPr/>
        </p:nvSpPr>
        <p:spPr>
          <a:xfrm>
            <a:off x="9098280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9" name="Shape 7"/>
          <p:cNvSpPr/>
          <p:nvPr/>
        </p:nvSpPr>
        <p:spPr>
          <a:xfrm>
            <a:off x="9848088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0" name="Shape 8"/>
          <p:cNvSpPr/>
          <p:nvPr/>
        </p:nvSpPr>
        <p:spPr>
          <a:xfrm>
            <a:off x="9848088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1" name="Shape 9"/>
          <p:cNvSpPr/>
          <p:nvPr/>
        </p:nvSpPr>
        <p:spPr>
          <a:xfrm>
            <a:off x="9848088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848088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8088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97896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97896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97896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97896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97896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47704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7704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47704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47704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47704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1417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COLLEGE OPERATIONS TOOL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1828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 &amp; Workload Dashboard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22960" y="3063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look at what this project does, and why an institution would pay for 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2062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206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87752" y="42062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4206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software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2062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needed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real class sessions • 20 teachers • 20 classes • tracked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it keeps track of every class, teacher, and room automatically, instead of someone doing it by hand.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92040" cy="1499382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gri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master list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— who teaches it, which room, what day, what time — lives in one organized spreadsheet instead of scattered notes.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5544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Watches teacher workload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flags which teachers are overloaded and which have room for more classes.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71892" y="3783329"/>
            <a:ext cx="4736905" cy="1396885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calend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2164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lookup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7019" y="440297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 teacher's ID and it instantly shows their entire week — no digging through files.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92643" y="3726180"/>
            <a:ext cx="4939554" cy="1361635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3980064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ren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4206241"/>
            <a:ext cx="282366" cy="2823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dashboard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92240" y="4310575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important numbers and charts in one place, so a head of department can understand the whole school's schedule in 30 seconds.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No Technical Background Needed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sheets talk to each other automatically. Change one number, and everything downstream updates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9679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217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Subjects, Classes, Rooms, and the weekly Timetable — entered once.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8269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0273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855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7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Sheet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6732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automatically pulls in the right teacher, room, and subject details.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3445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5449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031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737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Tracker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1908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teacher's hours are totalled and labelled Balanced, Overloaded, or Underloaded.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8621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0625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52076" y="2240280"/>
            <a:ext cx="640080" cy="640080"/>
          </a:xfrm>
          <a:prstGeom prst="ellipse">
            <a:avLst/>
          </a:prstGeom>
          <a:solidFill>
            <a:srgbClr val="FFB84D"/>
          </a:solidFill>
          <a:ln/>
        </p:spPr>
      </p:sp>
      <p:pic>
        <p:nvPicPr>
          <p:cNvPr id="24" name="Image 3" descr="icons/calend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8497" y="24067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4341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7084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charts, and a teacher look-up tool — all built from the sheets before it.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77240" y="47091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0F3FF"/>
          </a:solidFill>
          <a:ln/>
        </p:spPr>
      </p:sp>
      <p:sp>
        <p:nvSpPr>
          <p:cNvPr id="28" name="Shape 22"/>
          <p:cNvSpPr/>
          <p:nvPr/>
        </p:nvSpPr>
        <p:spPr>
          <a:xfrm>
            <a:off x="960120" y="4937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icons/zap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" y="50685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846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coding, no add-ins.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a normal Excel formula — the kind any school's admin staff can open, read, and maintain themselves without hiring a developer.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Numbers,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live from the actual dashboard — nothing here is estimated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Tracked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478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Teacher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(hrs)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910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696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342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342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Department</a:t>
            </a:r>
            <a:endParaRPr lang="en-US" sz="125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564173208"/>
              </p:ext>
            </p:extLst>
          </p:nvPr>
        </p:nvGraphicFramePr>
        <p:xfrm>
          <a:off x="640080" y="2926080"/>
          <a:ext cx="5120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0350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Workload Status</a:t>
            </a:r>
            <a:endParaRPr lang="en-US" sz="1250" dirty="0"/>
          </a:p>
        </p:txBody>
      </p:sp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3820583591"/>
              </p:ext>
            </p:extLst>
          </p:nvPr>
        </p:nvGraphicFramePr>
        <p:xfrm>
          <a:off x="6035040" y="2926080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a principal in 5 seconds: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departments carry a fairly even load, but 4 teachers are already over capacity — a concrete, visible staffing signal.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Useful — In Plain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jargon: here's what this actually changes for the people who run a school, college, or training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c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hours every week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spreadsheets by hand, one dashboard shows the full picture instantly, every time data changes.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overload before it's a crisis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heading toward burnout show up as a red flag automatically — not after a complaint.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doll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new to buy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inside Excel, which almost every institution already owns. No license, no IT setup, no subscription.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arge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42622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to trust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on the dashboard is traceable back to a real formula — not a guess, not a manual tally that could be wrong.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Sellable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institution would pay for this — or why it's worth building in-house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5" name="Image 0" descr="icons/aw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minutes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2212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workload checks that used to take manual review now take one glance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78892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9" name="Image 1" descr="icons/shiel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29363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61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cost software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08760" y="3172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fees — it lives inside Excel, which the institution already owns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374904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13" name="Image 2" descr="icons/zap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389644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721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size institution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08760" y="41330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formulas scale from one department to an entire campus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20840" y="182880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2B3880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sells to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995160" y="2578608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19" name="Text 14"/>
          <p:cNvSpPr/>
          <p:nvPr/>
        </p:nvSpPr>
        <p:spPr>
          <a:xfrm>
            <a:off x="7223760" y="24414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colleges still scheduling by hand or in spreadsheet chaos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95160" y="3108960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1" name="Text 16"/>
          <p:cNvSpPr/>
          <p:nvPr/>
        </p:nvSpPr>
        <p:spPr>
          <a:xfrm>
            <a:off x="722376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 juggling instructors across multiple batches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95160" y="3639312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0" y="35021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admin office that dreads “timetable season” every term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95160" y="4169664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0" y="40325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not ready to pay for heavyweight scheduling software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07492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2B3880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line: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tool that already lives inside the software you own, that turns hours of manual spreadsheet-checking into a one-glance dashboard — and tells you exactly where your staffing is stretched thin.”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677</Words>
  <Application>Microsoft Office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Sadia Ashrafi</cp:lastModifiedBy>
  <cp:revision>3</cp:revision>
  <dcterms:created xsi:type="dcterms:W3CDTF">2026-07-12T10:01:41Z</dcterms:created>
  <dcterms:modified xsi:type="dcterms:W3CDTF">2026-07-13T10:19:23Z</dcterms:modified>
</cp:coreProperties>
</file>